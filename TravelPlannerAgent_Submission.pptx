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upesh Vyankat Ther" userId="3dcf1697-dd97-45f9-859f-b5bba4487417" providerId="ADAL" clId="{AACA8776-A2A4-4F1B-9F7F-63139F6D7F84}"/>
    <pc:docChg chg="undo custSel delSld modSld">
      <pc:chgData name="Bhupesh Vyankat Ther" userId="3dcf1697-dd97-45f9-859f-b5bba4487417" providerId="ADAL" clId="{AACA8776-A2A4-4F1B-9F7F-63139F6D7F84}" dt="2026-06-10T13:06:19.397" v="58" actId="2696"/>
      <pc:docMkLst>
        <pc:docMk/>
      </pc:docMkLst>
      <pc:sldChg chg="addSp delSp modSp mod">
        <pc:chgData name="Bhupesh Vyankat Ther" userId="3dcf1697-dd97-45f9-859f-b5bba4487417" providerId="ADAL" clId="{AACA8776-A2A4-4F1B-9F7F-63139F6D7F84}" dt="2026-06-10T13:04:47.692" v="57" actId="478"/>
        <pc:sldMkLst>
          <pc:docMk/>
          <pc:sldMk cId="0" sldId="257"/>
        </pc:sldMkLst>
        <pc:spChg chg="add del mod">
          <ac:chgData name="Bhupesh Vyankat Ther" userId="3dcf1697-dd97-45f9-859f-b5bba4487417" providerId="ADAL" clId="{AACA8776-A2A4-4F1B-9F7F-63139F6D7F84}" dt="2026-06-10T13:04:47.692" v="57" actId="478"/>
          <ac:spMkLst>
            <pc:docMk/>
            <pc:sldMk cId="0" sldId="257"/>
            <ac:spMk id="4" creationId="{A828B9EF-C084-F5D4-CA27-75AF7D995640}"/>
          </ac:spMkLst>
        </pc:spChg>
        <pc:spChg chg="mod">
          <ac:chgData name="Bhupesh Vyankat Ther" userId="3dcf1697-dd97-45f9-859f-b5bba4487417" providerId="ADAL" clId="{AACA8776-A2A4-4F1B-9F7F-63139F6D7F84}" dt="2026-06-10T13:04:33.890" v="52" actId="20577"/>
          <ac:spMkLst>
            <pc:docMk/>
            <pc:sldMk cId="0" sldId="257"/>
            <ac:spMk id="7" creationId="{3D723CA3-EC2D-165A-F109-3759C4E9C8A4}"/>
          </ac:spMkLst>
        </pc:spChg>
      </pc:sldChg>
      <pc:sldChg chg="del">
        <pc:chgData name="Bhupesh Vyankat Ther" userId="3dcf1697-dd97-45f9-859f-b5bba4487417" providerId="ADAL" clId="{AACA8776-A2A4-4F1B-9F7F-63139F6D7F84}" dt="2026-06-10T13:06:19.397" v="58" actId="2696"/>
        <pc:sldMkLst>
          <pc:docMk/>
          <pc:sldMk cId="3764405840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Yash Vyas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Email: v77vyas@gmail.com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Mobile: 8005748561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4053024" y="3787619"/>
            <a:ext cx="762500" cy="7034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Travel &amp; Tourism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Travel Planner Agent 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Travel Planner Agent</a:t>
            </a:r>
            <a:r>
              <a:rPr lang="en-US" dirty="0"/>
              <a:t> 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 </a:t>
            </a:r>
          </a:p>
          <a:p>
            <a:pPr fontAlgn="base"/>
            <a:r>
              <a:rPr lang="en-US" dirty="0"/>
              <a:t>Planning a trip is often overwhelming, as travelers struggle with </a:t>
            </a:r>
            <a:r>
              <a:rPr lang="en-US" b="1" dirty="0"/>
              <a:t>choosing destinations, building itineraries, and finding suitable transport and stays</a:t>
            </a:r>
            <a:r>
              <a:rPr lang="en-US" dirty="0"/>
              <a:t>. Information about destinations, weather, hotels, and local attractions is scattered across multiple unreliable sources. Without </a:t>
            </a:r>
            <a:r>
              <a:rPr lang="en-US" b="1" dirty="0"/>
              <a:t>personalized, real-time guidance</a:t>
            </a:r>
            <a:r>
              <a:rPr lang="en-US" dirty="0"/>
              <a:t>, many travelers end up with poorly planned, stressful trips. 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 </a:t>
            </a:r>
          </a:p>
          <a:p>
            <a:pPr fontAlgn="base"/>
            <a:r>
              <a:rPr lang="en-US" dirty="0"/>
              <a:t>Build an </a:t>
            </a:r>
            <a:r>
              <a:rPr lang="en-US" b="1" dirty="0"/>
              <a:t>AI-powered Travel Planner Agent</a:t>
            </a:r>
            <a:r>
              <a:rPr lang="en-US" dirty="0"/>
              <a:t> that delivers </a:t>
            </a:r>
            <a:r>
              <a:rPr lang="en-US" b="1" dirty="0"/>
              <a:t>personalized travel itineraries and recommendations</a:t>
            </a:r>
            <a:r>
              <a:rPr lang="en-US" dirty="0"/>
              <a:t> for individuals, families, and groups planning trips. The solution should: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Personalized Itineraries</a:t>
            </a:r>
            <a:r>
              <a:rPr lang="en-US" dirty="0"/>
              <a:t> – Build day-wise travel plans based on budget, duration, interests, and travel dates.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Travel Data RAG Retrieval</a:t>
            </a:r>
            <a:r>
              <a:rPr lang="en-US" dirty="0"/>
              <a:t> – Fetch and summarize destination info, weather, hotels, and attractions from reliable sources.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Booking &amp; Schedule Management</a:t>
            </a:r>
            <a:r>
              <a:rPr lang="en-US" dirty="0"/>
              <a:t> – Manage hotel and transport bookings, and alert users to schedule changes.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Local Insights &amp; Safety Tips</a:t>
            </a:r>
            <a:r>
              <a:rPr lang="en-US" dirty="0"/>
              <a:t> – Provide local guides, safety advisories, and cultural etiquette tips for each destination.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System</a:t>
            </a:r>
            <a:r>
              <a:rPr lang="en-US" dirty="0"/>
              <a:t> –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Destination Knowledge Agent</a:t>
            </a:r>
            <a:r>
              <a:rPr lang="en-US" dirty="0"/>
              <a:t> (fetches destination &amp; weather data)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Itinerary Planner Agent</a:t>
            </a:r>
            <a:r>
              <a:rPr lang="en-US" dirty="0"/>
              <a:t> (personalized day-wise itineraries)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Booking Advisory Agent</a:t>
            </a:r>
            <a:r>
              <a:rPr lang="en-US" dirty="0"/>
              <a:t> (hotel &amp; transport suggestions)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Trip Tracker &amp; Feedback Agent</a:t>
            </a:r>
            <a:r>
              <a:rPr lang="en-US" dirty="0"/>
              <a:t> (schedule tracking + alerts)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Visualization Dashboard</a:t>
            </a:r>
            <a:r>
              <a:rPr lang="en-US" dirty="0"/>
              <a:t> – Show itinerary timeline, budget breakdown, and trip progress on a map. 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AI-Powered Travel Planner Agent</a:t>
            </a:r>
          </a:p>
          <a:p>
            <a:r>
              <a:rPr lang="en-US" dirty="0"/>
              <a:t>The proposed solution is a </a:t>
            </a:r>
            <a:r>
              <a:rPr lang="en-US" b="1" dirty="0"/>
              <a:t>multi-agent AI-powered Travel Planner Agent</a:t>
            </a:r>
            <a:r>
              <a:rPr lang="en-US" dirty="0"/>
              <a:t> built using </a:t>
            </a:r>
            <a:r>
              <a:rPr lang="en-US" b="1" dirty="0" err="1"/>
              <a:t>LangFlow</a:t>
            </a:r>
            <a:r>
              <a:rPr lang="en-US" b="1" dirty="0"/>
              <a:t>, IBM watsonx.ai, and Granite Models</a:t>
            </a:r>
            <a:r>
              <a:rPr lang="en-US" dirty="0"/>
              <a:t> to provide personalized, real-time trip planning. The system addresses challenges in destination discovery, itinerary building, and booking management through an intelligent, modular architecture.</a:t>
            </a:r>
          </a:p>
          <a:p>
            <a:r>
              <a:rPr lang="en-US" dirty="0"/>
              <a:t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> pipeline to fetch accurate travel data from trusted sources such as tourism boards and weather APIs. This data is embedded and stored in a vector database, enabling the system to retrieve and summarize destination details (attractions, hotels, weather) using Granite models.</a:t>
            </a:r>
          </a:p>
          <a:p>
            <a:r>
              <a:rPr lang="en-US" dirty="0"/>
              <a:t>The system consists of four key agents:</a:t>
            </a:r>
          </a:p>
          <a:p>
            <a:r>
              <a:rPr lang="en-US" b="1" dirty="0"/>
              <a:t>Destination Knowledge Agent</a:t>
            </a:r>
            <a:r>
              <a:rPr lang="en-US" dirty="0"/>
              <a:t> retrieves and summarizes destination and weather information using RAG. </a:t>
            </a:r>
          </a:p>
          <a:p>
            <a:r>
              <a:rPr lang="en-US" b="1" dirty="0"/>
              <a:t>Itinerary Planner Agent</a:t>
            </a:r>
            <a:r>
              <a:rPr lang="en-US" dirty="0"/>
              <a:t> generates personalized day-wise itineraries based on user inputs such as budget, duration, and interests. </a:t>
            </a:r>
          </a:p>
          <a:p>
            <a:r>
              <a:rPr lang="en-US" b="1" dirty="0"/>
              <a:t>Booking Advisory Agent</a:t>
            </a:r>
            <a:r>
              <a:rPr lang="en-US" dirty="0"/>
              <a:t> suggests suitable hotels and transport options based on budget and preferences. </a:t>
            </a:r>
          </a:p>
          <a:p>
            <a:r>
              <a:rPr lang="en-US" b="1" dirty="0"/>
              <a:t>Trip Tracker &amp; Feedback Agent</a:t>
            </a:r>
            <a:r>
              <a:rPr lang="en-US" dirty="0"/>
              <a:t> tracks the trip schedule, manages bookings, and alerts users to changes or delays. </a:t>
            </a:r>
          </a:p>
          <a:p>
            <a:r>
              <a:rPr lang="en-US" dirty="0"/>
              <a:t>The solution includes a </a:t>
            </a:r>
            <a:r>
              <a:rPr lang="en-US" b="1" dirty="0"/>
              <a:t>user-friendly dashboard</a:t>
            </a:r>
            <a:r>
              <a:rPr lang="en-US" dirty="0"/>
              <a:t> (built with </a:t>
            </a:r>
            <a:r>
              <a:rPr lang="en-US" dirty="0" err="1"/>
              <a:t>Flask</a:t>
            </a:r>
            <a:r>
              <a:rPr lang="en-US" dirty="0"/>
              <a:t> or React) that visualizes the itinerary timeline, hotel/flight options on a map, and budget breakdown.</a:t>
            </a:r>
          </a:p>
          <a:p>
            <a:r>
              <a:rPr lang="en-US" dirty="0" err="1"/>
              <a:t>LangFlow</a:t>
            </a:r>
            <a:r>
              <a:rPr lang="en-US" dirty="0"/>
              <a:t> is used to orchestrate agent workflows, while watsonx.ai ensures scalable model deployment, embeddings, and AI governance. Granite models power reasoning, summarization, and personalization.</a:t>
            </a:r>
          </a:p>
          <a:p>
            <a:r>
              <a:rPr lang="en-US" dirty="0"/>
              <a:t>Overall, this solution delivers an </a:t>
            </a:r>
            <a:r>
              <a:rPr lang="en-US" b="1" dirty="0"/>
              <a:t>end-to-end intelligent travel planning assistant</a:t>
            </a:r>
            <a:r>
              <a:rPr lang="en-US" dirty="0"/>
              <a:t> that makes trip planning seamless through personalized itineraries, real-time updates, and curated recommendations.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Chat Input </a:t>
            </a:r>
            <a:r>
              <a:rPr lang="en-US" dirty="0"/>
              <a:t>– Interface where users enter trip details such as destination, dates, budget, and preferences.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 </a:t>
            </a:r>
            <a:r>
              <a:rPr lang="en-US" dirty="0"/>
              <a:t>- Processes user input using Granite models to generate personalized itineraries and travel recommendations. </a:t>
            </a:r>
          </a:p>
          <a:p>
            <a:endParaRPr lang="en-US" dirty="0"/>
          </a:p>
          <a:p>
            <a:r>
              <a:rPr lang="en-US" b="1" dirty="0"/>
              <a:t>3) Name of IBM Granite model - </a:t>
            </a:r>
            <a:r>
              <a:rPr lang="en-US" dirty="0"/>
              <a:t>Granite-4.0-8B-Instruct → Fast, efficient for real-time itinerary generation</a:t>
            </a:r>
          </a:p>
          <a:p>
            <a:endParaRPr lang="en-US" dirty="0"/>
          </a:p>
          <a:p>
            <a:r>
              <a:rPr lang="en-US" b="1" dirty="0"/>
              <a:t>4) Chat output -</a:t>
            </a:r>
            <a:r>
              <a:rPr lang="en-US" dirty="0"/>
              <a:t>Displays AI-generated responses such as day-wise itineraries, hotel suggestions, and travel tips. </a:t>
            </a:r>
          </a:p>
          <a:p>
            <a:endParaRPr lang="en-US" dirty="0"/>
          </a:p>
          <a:p>
            <a:r>
              <a:rPr lang="en-US" b="1" dirty="0"/>
              <a:t>5) </a:t>
            </a:r>
            <a:r>
              <a:rPr lang="en-US" b="1" dirty="0">
                <a:highlight>
                  <a:srgbClr val="FFFF00"/>
                </a:highlight>
              </a:rPr>
              <a:t>File component - </a:t>
            </a:r>
            <a:r>
              <a:rPr lang="en-US" dirty="0">
                <a:highlight>
                  <a:srgbClr val="FFFF00"/>
                </a:highlight>
              </a:rPr>
              <a:t>Stores and retrieves user preferences, trip history, and destination datasets for analysis.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6) </a:t>
            </a:r>
            <a:r>
              <a:rPr lang="en-US" dirty="0">
                <a:highlight>
                  <a:srgbClr val="FFFF00"/>
                </a:highlight>
              </a:rPr>
              <a:t>API Request component – Fetches real-time weather and hotel pricing data.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" y="1066220"/>
            <a:ext cx="1146965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Travel Planner Agent</a:t>
            </a:r>
          </a:p>
          <a:p>
            <a:r>
              <a:rPr lang="en-US" b="1" dirty="0"/>
              <a:t>Agentic AI</a:t>
            </a:r>
            <a:r>
              <a:rPr lang="en-US" dirty="0"/>
              <a:t> enables the Travel Planner Agent to function as an intelligent, autonomous system rather than a simple chatbot.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 models</a:t>
            </a:r>
            <a:r>
              <a:rPr lang="en-US" dirty="0"/>
              <a:t>, it coordinates multiple specialized agents to deliver personalized travel planning.</a:t>
            </a:r>
          </a:p>
          <a:p>
            <a:r>
              <a:rPr lang="en-US" dirty="0"/>
              <a:t>Each agent performs a specific role—such as retrieving destination data, generating itineraries, suggesting bookings, and tracking the trip schedule—while working collaboratively. This </a:t>
            </a:r>
            <a:r>
              <a:rPr lang="en-US" b="1" dirty="0"/>
              <a:t>multi-agent approach</a:t>
            </a:r>
            <a:r>
              <a:rPr lang="en-US" dirty="0"/>
              <a:t> ensures efficient task execution and accurate results.</a:t>
            </a:r>
          </a:p>
          <a:p>
            <a:r>
              <a:rPr lang="en-US" dirty="0"/>
              <a:t>Agentic AI also brings </a:t>
            </a:r>
            <a:r>
              <a:rPr lang="en-US" b="1" dirty="0"/>
              <a:t>context awareness</a:t>
            </a:r>
            <a:r>
              <a:rPr lang="en-US" dirty="0"/>
              <a:t>, understanding user details like budget, travel dates, and interests to generate tailored itineraries. It supports </a:t>
            </a:r>
            <a:r>
              <a:rPr lang="en-US" b="1" dirty="0"/>
              <a:t>real-time adaptation</a:t>
            </a:r>
            <a:r>
              <a:rPr lang="en-US" dirty="0"/>
              <a:t>, continuously updating plans based on weather changes or user feedback.</a:t>
            </a:r>
          </a:p>
          <a:p>
            <a:r>
              <a:rPr lang="en-US" dirty="0"/>
              <a:t>Additionally, agents communicate with each other, enabling better decision-making and improved outcomes.</a:t>
            </a:r>
          </a:p>
          <a:p>
            <a:r>
              <a:rPr lang="en-US" dirty="0"/>
              <a:t>Overall, Agentic AI makes the system proactive, personalized, and goal-driven, acting like a </a:t>
            </a:r>
            <a:r>
              <a:rPr lang="en-US" b="1" dirty="0"/>
              <a:t>smart personal travel agent</a:t>
            </a:r>
            <a:r>
              <a:rPr lang="en-US" dirty="0"/>
              <a:t> that helps users plan and enjoy stress-free trips.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 descr="A screenshot of a computer  AI-generated content may be incorrect.">
            <a:extLst>
              <a:ext uri="{FF2B5EF4-FFF2-40B4-BE49-F238E27FC236}">
                <a16:creationId xmlns:a16="http://schemas.microsoft.com/office/drawing/2014/main" id="{E9DB3200-E2EC-A058-B02D-E15100604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73" y="1572554"/>
            <a:ext cx="4579423" cy="2822245"/>
          </a:xfrm>
          <a:prstGeom prst="rect">
            <a:avLst/>
          </a:prstGeom>
        </p:spPr>
      </p:pic>
      <p:pic>
        <p:nvPicPr>
          <p:cNvPr id="3" name="Picture 2" descr="A screenshot of a computer  AI-generated content may be incorrect.">
            <a:extLst>
              <a:ext uri="{FF2B5EF4-FFF2-40B4-BE49-F238E27FC236}">
                <a16:creationId xmlns:a16="http://schemas.microsoft.com/office/drawing/2014/main" id="{03614573-D426-9337-9C0E-5207B9123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78" y="1562409"/>
            <a:ext cx="5074227" cy="2812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Travel Planner Agent stands out by combining </a:t>
            </a:r>
            <a:r>
              <a:rPr lang="en-IN" sz="1800" b="1" dirty="0"/>
              <a:t>Agentic AI, RAG, and personalization</a:t>
            </a:r>
            <a:r>
              <a:rPr lang="en-IN" sz="1800" dirty="0"/>
              <a:t> into a single intelligent system.</a:t>
            </a:r>
          </a:p>
          <a:p>
            <a:endParaRPr lang="en-IN" sz="1800" dirty="0"/>
          </a:p>
          <a:p>
            <a:r>
              <a:rPr lang="en-IN" sz="1800" b="1" dirty="0"/>
              <a:t>Multi-Agent Intelligence</a:t>
            </a:r>
            <a:r>
              <a:rPr lang="en-IN" sz="1800" dirty="0"/>
              <a:t> – Instead of a single chatbot, multiple specialized agents collaborate to deliver accurate, context-aware travel plans. </a:t>
            </a:r>
          </a:p>
          <a:p>
            <a:r>
              <a:rPr lang="en-IN" sz="1800" b="1" dirty="0"/>
              <a:t>RAG-Based Accuracy</a:t>
            </a:r>
            <a:r>
              <a:rPr lang="en-IN" sz="1800" dirty="0"/>
              <a:t> – Integrates real-time data retrieval with AI generation, ensuring up-to-date and trustworthy travel recommendations. </a:t>
            </a:r>
          </a:p>
          <a:p>
            <a:r>
              <a:rPr lang="en-IN" sz="1800" b="1" dirty="0"/>
              <a:t>Hyper-Personalization</a:t>
            </a:r>
            <a:r>
              <a:rPr lang="en-IN" sz="1800" dirty="0"/>
              <a:t> – Tailors itineraries based on budget, travel dates, and personal interests. </a:t>
            </a:r>
          </a:p>
          <a:p>
            <a:r>
              <a:rPr lang="en-IN" sz="1800" b="1" dirty="0"/>
              <a:t>Real-Time Feedback Loop</a:t>
            </a:r>
            <a:r>
              <a:rPr lang="en-IN" sz="1800" dirty="0"/>
              <a:t> – Continuously adapts the itinerary based on weather updates and user </a:t>
            </a:r>
            <a:r>
              <a:rPr lang="en-IN" sz="1800" dirty="0" err="1"/>
              <a:t>feedback</a:t>
            </a:r>
            <a:r>
              <a:rPr lang="en-IN" sz="1800" dirty="0"/>
              <a:t>. </a:t>
            </a:r>
          </a:p>
          <a:p>
            <a:r>
              <a:rPr lang="en-IN" sz="1800" b="1" dirty="0"/>
              <a:t>Multi-City Itineraries</a:t>
            </a:r>
            <a:r>
              <a:rPr lang="en-IN" sz="1800" dirty="0"/>
              <a:t> – Supports planning trips across multiple destinations in a single itinerary. </a:t>
            </a:r>
          </a:p>
          <a:p>
            <a:r>
              <a:rPr lang="en-IN" sz="1800" b="1" dirty="0"/>
              <a:t>Hiking &amp; Adventure Integration</a:t>
            </a:r>
            <a:r>
              <a:rPr lang="en-IN" sz="1800" dirty="0"/>
              <a:t> – Goes beyond hotel booking to connect users with verified hiking and trekking partner agencies.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> – Built on </a:t>
            </a:r>
            <a:r>
              <a:rPr lang="en-IN" sz="1800" b="1" dirty="0"/>
              <a:t>IBM watsonx.ai</a:t>
            </a:r>
            <a:r>
              <a:rPr lang="en-IN" sz="1800" dirty="0"/>
              <a:t> with </a:t>
            </a:r>
            <a:r>
              <a:rPr lang="en-IN" sz="1800" b="1" dirty="0"/>
              <a:t>IBM Granite models</a:t>
            </a:r>
            <a:r>
              <a:rPr lang="en-IN" sz="1800" dirty="0"/>
              <a:t>, ensuring reliability and governance. </a:t>
            </a:r>
          </a:p>
          <a:p>
            <a:endParaRPr lang="en-IN" sz="1800" dirty="0"/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adaptive, and proactive digital travel agent</a:t>
            </a:r>
            <a:r>
              <a:rPr lang="en-IN" sz="1800" dirty="0"/>
              <a:t>, not just a static itinerary generator.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https://github.com/Yashvyas001/Travel-planner-agent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Integration with Live Booking APIs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can be integrated with real hotel, flight, and transport booking APIs (e.g., MakeMyTrip, Booking.com) to provide live pricing and instant booking, instead of indicative data.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Voice Assistant &amp; Multilingual Support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the system with a voice-enabled assistant and support for multiple regional languages will improve accessibility, allowing travelers across India to plan trips in their preferred language.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1283</Words>
  <Application>Microsoft Office PowerPoint</Application>
  <PresentationFormat>Widescreen</PresentationFormat>
  <Paragraphs>115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Yash Vyas</cp:lastModifiedBy>
  <cp:revision>42</cp:revision>
  <dcterms:created xsi:type="dcterms:W3CDTF">2025-07-08T05:06:56Z</dcterms:created>
  <dcterms:modified xsi:type="dcterms:W3CDTF">2026-06-13T08:02:35Z</dcterms:modified>
</cp:coreProperties>
</file>